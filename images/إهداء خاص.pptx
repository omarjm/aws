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60" r:id="rId1"/>
  </p:sldMasterIdLst>
  <p:sldIdLst>
    <p:sldId id="256" r:id="rId2"/>
    <p:sldId id="257" r:id="rId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E385F"/>
    <a:srgbClr val="E5E8ED"/>
    <a:srgbClr val="EDF0F5"/>
    <a:srgbClr val="152B5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4013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163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شريحة عنو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ar-SA"/>
              <a:t>انقر لتحرير نمط العنوان الفرعي للشكل الرئيسي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11B2A7-BD06-47D3-BB51-BE17ED78C887}" type="datetimeFigureOut">
              <a:rPr lang="ar-SA" smtClean="0"/>
              <a:t>15/04/48</a:t>
            </a:fld>
            <a:endParaRPr lang="ar-S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D4BD61-3D6F-488A-9B70-6096425F3693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267269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عنوان ومحتو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11B2A7-BD06-47D3-BB51-BE17ED78C887}" type="datetimeFigureOut">
              <a:rPr lang="ar-SA" smtClean="0"/>
              <a:t>15/04/48</a:t>
            </a:fld>
            <a:endParaRPr lang="ar-S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D4BD61-3D6F-488A-9B70-6096425F3693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28088154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عنوان المقط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11B2A7-BD06-47D3-BB51-BE17ED78C887}" type="datetimeFigureOut">
              <a:rPr lang="ar-SA" smtClean="0"/>
              <a:t>15/04/48</a:t>
            </a:fld>
            <a:endParaRPr lang="ar-S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D4BD61-3D6F-488A-9B70-6096425F3693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30630655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محتوي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11B2A7-BD06-47D3-BB51-BE17ED78C887}" type="datetimeFigureOut">
              <a:rPr lang="ar-SA" smtClean="0"/>
              <a:t>15/04/48</a:t>
            </a:fld>
            <a:endParaRPr lang="ar-S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D4BD61-3D6F-488A-9B70-6096425F3693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433967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مقارن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11B2A7-BD06-47D3-BB51-BE17ED78C887}" type="datetimeFigureOut">
              <a:rPr lang="ar-SA" smtClean="0"/>
              <a:t>15/04/48</a:t>
            </a:fld>
            <a:endParaRPr lang="ar-S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D4BD61-3D6F-488A-9B70-6096425F3693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1716524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عنوان فق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11B2A7-BD06-47D3-BB51-BE17ED78C887}" type="datetimeFigureOut">
              <a:rPr lang="ar-SA" smtClean="0"/>
              <a:t>15/04/48</a:t>
            </a:fld>
            <a:endParaRPr lang="ar-S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D4BD61-3D6F-488A-9B70-6096425F3693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20361400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فار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11B2A7-BD06-47D3-BB51-BE17ED78C887}" type="datetimeFigureOut">
              <a:rPr lang="ar-SA" smtClean="0"/>
              <a:t>15/04/48</a:t>
            </a:fld>
            <a:endParaRPr lang="ar-S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D4BD61-3D6F-488A-9B70-6096425F3693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43794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محتوى مع تسمية توضيحي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11B2A7-BD06-47D3-BB51-BE17ED78C887}" type="datetimeFigureOut">
              <a:rPr lang="ar-SA" smtClean="0"/>
              <a:t>15/04/48</a:t>
            </a:fld>
            <a:endParaRPr lang="ar-S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D4BD61-3D6F-488A-9B70-6096425F3693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2391830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صورة مع تسمية توضيحي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ar-SA"/>
              <a:t>انقر فوق الأيقونة لإضافة صورة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11B2A7-BD06-47D3-BB51-BE17ED78C887}" type="datetimeFigureOut">
              <a:rPr lang="ar-SA" smtClean="0"/>
              <a:t>15/04/48</a:t>
            </a:fld>
            <a:endParaRPr lang="ar-S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D4BD61-3D6F-488A-9B70-6096425F3693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30689431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عنوان ونص عمود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11B2A7-BD06-47D3-BB51-BE17ED78C887}" type="datetimeFigureOut">
              <a:rPr lang="ar-SA" smtClean="0"/>
              <a:t>15/04/48</a:t>
            </a:fld>
            <a:endParaRPr lang="ar-S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D4BD61-3D6F-488A-9B70-6096425F3693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30577463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عنوان ونص عمودي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11B2A7-BD06-47D3-BB51-BE17ED78C887}" type="datetimeFigureOut">
              <a:rPr lang="ar-SA" smtClean="0"/>
              <a:t>15/04/48</a:t>
            </a:fld>
            <a:endParaRPr lang="ar-S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D4BD61-3D6F-488A-9B70-6096425F3693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27752665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811B2A7-BD06-47D3-BB51-BE17ED78C887}" type="datetimeFigureOut">
              <a:rPr lang="ar-SA" smtClean="0"/>
              <a:t>15/04/48</a:t>
            </a:fld>
            <a:endParaRPr lang="ar-S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ar-S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0D4BD61-3D6F-488A-9B70-6096425F3693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34856550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6">
                <a:lumMod val="5000"/>
                <a:lumOff val="95000"/>
              </a:schemeClr>
            </a:gs>
            <a:gs pos="74000">
              <a:schemeClr val="accent6">
                <a:lumMod val="45000"/>
                <a:lumOff val="55000"/>
              </a:schemeClr>
            </a:gs>
            <a:gs pos="83000">
              <a:schemeClr val="accent6">
                <a:lumMod val="45000"/>
                <a:lumOff val="55000"/>
              </a:schemeClr>
            </a:gs>
            <a:gs pos="100000">
              <a:schemeClr val="accent6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مستطيل: زوايا مستديرة 3">
            <a:extLst>
              <a:ext uri="{FF2B5EF4-FFF2-40B4-BE49-F238E27FC236}">
                <a16:creationId xmlns:a16="http://schemas.microsoft.com/office/drawing/2014/main" id="{6A14F66D-ABFF-57F8-2605-354B21FB2980}"/>
              </a:ext>
            </a:extLst>
          </p:cNvPr>
          <p:cNvSpPr/>
          <p:nvPr/>
        </p:nvSpPr>
        <p:spPr>
          <a:xfrm>
            <a:off x="2308408" y="322729"/>
            <a:ext cx="4312023" cy="1550895"/>
          </a:xfrm>
          <a:prstGeom prst="roundRect">
            <a:avLst>
              <a:gd name="adj" fmla="val 34008"/>
            </a:avLst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ar-SA" sz="4000" dirty="0">
                <a:latin typeface="A Thuluth" pitchFamily="2" charset="-78"/>
                <a:cs typeface="A Thuluth" pitchFamily="2" charset="-78"/>
              </a:rPr>
              <a:t>أوس عبد الجبار الأحمدي</a:t>
            </a:r>
          </a:p>
        </p:txBody>
      </p:sp>
      <p:sp>
        <p:nvSpPr>
          <p:cNvPr id="5" name="شكل بيضاوي 4">
            <a:extLst>
              <a:ext uri="{FF2B5EF4-FFF2-40B4-BE49-F238E27FC236}">
                <a16:creationId xmlns:a16="http://schemas.microsoft.com/office/drawing/2014/main" id="{C1DD0844-651C-4B11-2251-802F77055E7F}"/>
              </a:ext>
            </a:extLst>
          </p:cNvPr>
          <p:cNvSpPr/>
          <p:nvPr/>
        </p:nvSpPr>
        <p:spPr>
          <a:xfrm>
            <a:off x="6911788" y="1873624"/>
            <a:ext cx="2034985" cy="977153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1" anchor="ctr"/>
          <a:lstStyle/>
          <a:p>
            <a:pPr algn="ctr" rtl="1"/>
            <a:r>
              <a:rPr lang="ar-SA" b="1" dirty="0">
                <a:latin typeface="Amiri Quran" panose="00000500000000000000" pitchFamily="2" charset="-78"/>
                <a:cs typeface="Amiri Quran" panose="00000500000000000000" pitchFamily="2" charset="-78"/>
              </a:rPr>
              <a:t>حل كتـاب لغتي</a:t>
            </a:r>
            <a:endParaRPr lang="ar-SA" sz="1100" b="1" dirty="0">
              <a:latin typeface="Amiri Quran" panose="00000500000000000000" pitchFamily="2" charset="-78"/>
              <a:cs typeface="Amiri Quran" panose="00000500000000000000" pitchFamily="2" charset="-78"/>
            </a:endParaRPr>
          </a:p>
        </p:txBody>
      </p:sp>
      <p:sp>
        <p:nvSpPr>
          <p:cNvPr id="6" name="مربع نص 5">
            <a:extLst>
              <a:ext uri="{FF2B5EF4-FFF2-40B4-BE49-F238E27FC236}">
                <a16:creationId xmlns:a16="http://schemas.microsoft.com/office/drawing/2014/main" id="{601E4262-4C4A-1F17-C585-BD96EBD751F7}"/>
              </a:ext>
            </a:extLst>
          </p:cNvPr>
          <p:cNvSpPr txBox="1"/>
          <p:nvPr/>
        </p:nvSpPr>
        <p:spPr>
          <a:xfrm>
            <a:off x="2048436" y="1887118"/>
            <a:ext cx="5047128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/>
            <a:r>
              <a:rPr lang="ar-SA" dirty="0">
                <a:latin typeface="Amiri Quran" panose="00000500000000000000" pitchFamily="2" charset="-78"/>
                <a:cs typeface="Amiri Quran" panose="00000500000000000000" pitchFamily="2" charset="-78"/>
              </a:rPr>
              <a:t>لغتي الخالدة للصف الثاني متوسط الفصل الدراسي الأول 1448هـ</a:t>
            </a:r>
          </a:p>
        </p:txBody>
      </p:sp>
      <p:sp>
        <p:nvSpPr>
          <p:cNvPr id="7" name="مستطيل: زوايا مستديرة 6">
            <a:extLst>
              <a:ext uri="{FF2B5EF4-FFF2-40B4-BE49-F238E27FC236}">
                <a16:creationId xmlns:a16="http://schemas.microsoft.com/office/drawing/2014/main" id="{6A7202CC-BF26-F4C6-3BDA-F42FD7A45CAB}"/>
              </a:ext>
            </a:extLst>
          </p:cNvPr>
          <p:cNvSpPr/>
          <p:nvPr/>
        </p:nvSpPr>
        <p:spPr>
          <a:xfrm>
            <a:off x="3074894" y="2850777"/>
            <a:ext cx="5871879" cy="578223"/>
          </a:xfrm>
          <a:prstGeom prst="roundRect">
            <a:avLst>
              <a:gd name="adj" fmla="val 25969"/>
            </a:avLst>
          </a:pr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ar-SA" b="1" dirty="0">
                <a:latin typeface="Amiri Quran" panose="00000500000000000000" pitchFamily="2" charset="-78"/>
                <a:cs typeface="Amiri Quran" panose="00000500000000000000" pitchFamily="2" charset="-78"/>
              </a:rPr>
              <a:t>شرح وحل تدريبات الجزء الأول من المقرر كاملاً للعام الدراسي 1448هـ.</a:t>
            </a:r>
          </a:p>
        </p:txBody>
      </p:sp>
      <p:pic>
        <p:nvPicPr>
          <p:cNvPr id="9" name="صورة 8">
            <a:extLst>
              <a:ext uri="{FF2B5EF4-FFF2-40B4-BE49-F238E27FC236}">
                <a16:creationId xmlns:a16="http://schemas.microsoft.com/office/drawing/2014/main" id="{45C65676-50E1-BD04-BBBC-7204E6D8A6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9432" y="63587"/>
            <a:ext cx="2796988" cy="2088418"/>
          </a:xfrm>
          <a:prstGeom prst="rect">
            <a:avLst/>
          </a:prstGeom>
          <a:effectLst>
            <a:softEdge rad="635000"/>
          </a:effectLst>
        </p:spPr>
      </p:pic>
      <p:sp>
        <p:nvSpPr>
          <p:cNvPr id="10" name="مستطيل: زوايا مستديرة 9">
            <a:extLst>
              <a:ext uri="{FF2B5EF4-FFF2-40B4-BE49-F238E27FC236}">
                <a16:creationId xmlns:a16="http://schemas.microsoft.com/office/drawing/2014/main" id="{00C845C9-A913-9738-8657-1410D5E26356}"/>
              </a:ext>
            </a:extLst>
          </p:cNvPr>
          <p:cNvSpPr/>
          <p:nvPr/>
        </p:nvSpPr>
        <p:spPr>
          <a:xfrm>
            <a:off x="4464419" y="3562402"/>
            <a:ext cx="4226858" cy="710349"/>
          </a:xfrm>
          <a:prstGeom prst="roundRect">
            <a:avLst>
              <a:gd name="adj" fmla="val 34008"/>
            </a:avLst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1" anchor="ctr"/>
          <a:lstStyle/>
          <a:p>
            <a:pPr algn="ctr" rtl="1"/>
            <a:r>
              <a:rPr lang="ar-SA" sz="2800" dirty="0">
                <a:latin typeface="A Thuluth" pitchFamily="2" charset="-78"/>
                <a:cs typeface="A Thuluth" pitchFamily="2" charset="-78"/>
              </a:rPr>
              <a:t>إهداء خاص لأوس عبد الجبار الأحمدي</a:t>
            </a:r>
          </a:p>
        </p:txBody>
      </p:sp>
      <p:pic>
        <p:nvPicPr>
          <p:cNvPr id="12" name="صورة 11">
            <a:extLst>
              <a:ext uri="{FF2B5EF4-FFF2-40B4-BE49-F238E27FC236}">
                <a16:creationId xmlns:a16="http://schemas.microsoft.com/office/drawing/2014/main" id="{EC7BB221-3E01-D525-6D0B-B1CC0B7B72E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254" y="219883"/>
            <a:ext cx="1919752" cy="2458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77078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صورة 2">
            <a:extLst>
              <a:ext uri="{FF2B5EF4-FFF2-40B4-BE49-F238E27FC236}">
                <a16:creationId xmlns:a16="http://schemas.microsoft.com/office/drawing/2014/main" id="{B1A46FC6-1ED9-DB4A-2EEB-E8421EC504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6" name="مربع نص 5">
            <a:extLst>
              <a:ext uri="{FF2B5EF4-FFF2-40B4-BE49-F238E27FC236}">
                <a16:creationId xmlns:a16="http://schemas.microsoft.com/office/drawing/2014/main" id="{CAF66FBD-9A93-805A-3383-0E7B00E28F45}"/>
              </a:ext>
            </a:extLst>
          </p:cNvPr>
          <p:cNvSpPr txBox="1"/>
          <p:nvPr/>
        </p:nvSpPr>
        <p:spPr>
          <a:xfrm>
            <a:off x="1111628" y="193372"/>
            <a:ext cx="1851211" cy="6463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/>
            <a:r>
              <a:rPr lang="ar-SA" b="1" dirty="0"/>
              <a:t>ثاني متوسط </a:t>
            </a:r>
          </a:p>
          <a:p>
            <a:pPr algn="ctr" rtl="1"/>
            <a:r>
              <a:rPr lang="ar-SA" b="1" dirty="0"/>
              <a:t>الفصل الدراسي الأول</a:t>
            </a:r>
            <a:endParaRPr lang="ar-SA" dirty="0"/>
          </a:p>
        </p:txBody>
      </p:sp>
      <p:sp>
        <p:nvSpPr>
          <p:cNvPr id="14" name="مربع نص 13">
            <a:extLst>
              <a:ext uri="{FF2B5EF4-FFF2-40B4-BE49-F238E27FC236}">
                <a16:creationId xmlns:a16="http://schemas.microsoft.com/office/drawing/2014/main" id="{83245293-5F9B-420E-FE1A-3A42499FE468}"/>
              </a:ext>
            </a:extLst>
          </p:cNvPr>
          <p:cNvSpPr txBox="1"/>
          <p:nvPr/>
        </p:nvSpPr>
        <p:spPr>
          <a:xfrm>
            <a:off x="1528767" y="839703"/>
            <a:ext cx="917199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/>
            <a:r>
              <a:rPr lang="ar-SA" b="1" dirty="0"/>
              <a:t>1448هـ</a:t>
            </a:r>
            <a:endParaRPr lang="ar-SA" dirty="0"/>
          </a:p>
        </p:txBody>
      </p:sp>
      <p:sp>
        <p:nvSpPr>
          <p:cNvPr id="17" name="مربع نص 16">
            <a:extLst>
              <a:ext uri="{FF2B5EF4-FFF2-40B4-BE49-F238E27FC236}">
                <a16:creationId xmlns:a16="http://schemas.microsoft.com/office/drawing/2014/main" id="{66FDEB88-F021-3D3D-B1C7-E38AB6238D3D}"/>
              </a:ext>
            </a:extLst>
          </p:cNvPr>
          <p:cNvSpPr txBox="1"/>
          <p:nvPr/>
        </p:nvSpPr>
        <p:spPr>
          <a:xfrm>
            <a:off x="6920761" y="6381945"/>
            <a:ext cx="2043948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/>
            <a:r>
              <a:rPr lang="ar-SA" b="1" dirty="0"/>
              <a:t>أوس عبد الجبار الأحمدي</a:t>
            </a:r>
            <a:endParaRPr lang="ar-SA" dirty="0"/>
          </a:p>
        </p:txBody>
      </p:sp>
    </p:spTree>
    <p:extLst>
      <p:ext uri="{BB962C8B-B14F-4D97-AF65-F5344CB8AC3E}">
        <p14:creationId xmlns:p14="http://schemas.microsoft.com/office/powerpoint/2010/main" val="1478690199"/>
      </p:ext>
    </p:extLst>
  </p:cSld>
  <p:clrMapOvr>
    <a:masterClrMapping/>
  </p:clrMapOvr>
</p:sld>
</file>

<file path=ppt/theme/theme1.xml><?xml version="1.0" encoding="utf-8"?>
<a:theme xmlns:a="http://schemas.openxmlformats.org/drawingml/2006/main" name="نسق Office">
  <a:themeElements>
    <a:clrScheme name="نسق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نسق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نسق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237</TotalTime>
  <Words>44</Words>
  <Application>Microsoft Office PowerPoint</Application>
  <PresentationFormat>عرض على الشاشة (4:3)</PresentationFormat>
  <Paragraphs>9</Paragraphs>
  <Slides>2</Slides>
  <Notes>0</Notes>
  <HiddenSlides>0</HiddenSlides>
  <MMClips>0</MMClips>
  <ScaleCrop>false</ScaleCrop>
  <HeadingPairs>
    <vt:vector size="6" baseType="variant">
      <vt:variant>
        <vt:lpstr>الخطوط المستخدمة</vt:lpstr>
      </vt:variant>
      <vt:variant>
        <vt:i4>5</vt:i4>
      </vt:variant>
      <vt:variant>
        <vt:lpstr>نسق</vt:lpstr>
      </vt:variant>
      <vt:variant>
        <vt:i4>1</vt:i4>
      </vt:variant>
      <vt:variant>
        <vt:lpstr>عناوين الشرائح</vt:lpstr>
      </vt:variant>
      <vt:variant>
        <vt:i4>2</vt:i4>
      </vt:variant>
    </vt:vector>
  </HeadingPairs>
  <TitlesOfParts>
    <vt:vector size="8" baseType="lpstr">
      <vt:lpstr>A Thuluth</vt:lpstr>
      <vt:lpstr>Amiri Quran</vt:lpstr>
      <vt:lpstr>Aptos</vt:lpstr>
      <vt:lpstr>Aptos Display</vt:lpstr>
      <vt:lpstr>Arial</vt:lpstr>
      <vt:lpstr>نسق Office</vt:lpstr>
      <vt:lpstr>عرض تقديمي في PowerPoint</vt:lpstr>
      <vt:lpstr>عرض تقديمي في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عمر الأحمدي</dc:creator>
  <cp:lastModifiedBy>عمر الأحمدي</cp:lastModifiedBy>
  <cp:revision>3</cp:revision>
  <dcterms:created xsi:type="dcterms:W3CDTF">2026-09-26T13:29:49Z</dcterms:created>
  <dcterms:modified xsi:type="dcterms:W3CDTF">2026-09-27T03:10:01Z</dcterms:modified>
</cp:coreProperties>
</file>